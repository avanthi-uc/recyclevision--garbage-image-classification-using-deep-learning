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8" r:id="rId11"/>
    <p:sldId id="264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25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95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3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2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4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9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0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9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7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6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♻️ Waste Classification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Garbage Image Classification Project</a:t>
            </a:r>
          </a:p>
          <a:p>
            <a:r>
              <a:rPr dirty="0"/>
              <a:t>Deep Learning + </a:t>
            </a:r>
            <a:r>
              <a:rPr dirty="0" err="1"/>
              <a:t>Streamlit</a:t>
            </a:r>
            <a:r>
              <a:rPr dirty="0"/>
              <a:t> Deployment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B562D6-EF43-8203-A75F-14C332F10A0F}"/>
              </a:ext>
            </a:extLst>
          </p:cNvPr>
          <p:cNvSpPr txBox="1">
            <a:spLocks/>
          </p:cNvSpPr>
          <p:nvPr/>
        </p:nvSpPr>
        <p:spPr>
          <a:xfrm>
            <a:off x="3689102" y="5484916"/>
            <a:ext cx="777330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Avanthi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Build a deep learning model to classify waste images.</a:t>
            </a:r>
          </a:p>
          <a:p>
            <a:pPr lvl="1"/>
            <a:r>
              <a:t>Categories: Plastic, Metal, Glass, Paper, Cardboard, Trash.</a:t>
            </a:r>
          </a:p>
          <a:p>
            <a:pPr lvl="1"/>
            <a:r>
              <a:t>Automate recycling through image-based sorting.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Smart Recycling Bins – Automatic waste sorting.</a:t>
            </a:r>
          </a:p>
          <a:p>
            <a:pPr lvl="1"/>
            <a:r>
              <a:t>Municipal Waste Management – Reduce manual labor.</a:t>
            </a:r>
          </a:p>
          <a:p>
            <a:pPr lvl="1"/>
            <a:r>
              <a:t>Educational Tools – Teach waste segregation.</a:t>
            </a:r>
          </a:p>
          <a:p>
            <a:pPr lvl="1"/>
            <a:r>
              <a:t>Environmental Analytics – Track recycling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Dataset: Garbage Classification (6 Classes).</a:t>
            </a:r>
          </a:p>
          <a:p>
            <a:pPr lvl="1"/>
            <a:r>
              <a:rPr dirty="0"/>
              <a:t>Total Images: 2,467.</a:t>
            </a:r>
          </a:p>
          <a:p>
            <a:pPr lvl="1"/>
            <a:r>
              <a:rPr dirty="0"/>
              <a:t>Classes: Cardboard, Glass, Metal, Paper, Plastic, Trash.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Resized images to 224x224.</a:t>
            </a:r>
          </a:p>
          <a:p>
            <a:pPr lvl="1"/>
            <a:r>
              <a:t>Normalized pixel values.</a:t>
            </a:r>
          </a:p>
          <a:p>
            <a:pPr lvl="1"/>
            <a:r>
              <a:t>Applied data augmentation (rotation, flipping, zoom).</a:t>
            </a:r>
          </a:p>
          <a:p>
            <a:pPr lvl="1"/>
            <a:r>
              <a:t>Handled class imbalance.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Visualized class distribution.</a:t>
            </a:r>
          </a:p>
          <a:p>
            <a:pPr lvl="1"/>
            <a:r>
              <a:t>Displayed sample images.</a:t>
            </a:r>
          </a:p>
          <a:p>
            <a:pPr lvl="1"/>
            <a:r>
              <a:t>Analyzed pixel intensity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Used Transfer Learning.</a:t>
            </a:r>
          </a:p>
          <a:p>
            <a:pPr lvl="1"/>
            <a:r>
              <a:rPr dirty="0"/>
              <a:t>Models: ResNet50, MobileNetV2, EfficientNetB0</a:t>
            </a:r>
          </a:p>
          <a:p>
            <a:pPr lvl="1"/>
            <a:r>
              <a:rPr dirty="0"/>
              <a:t>Frozen base layers.</a:t>
            </a:r>
          </a:p>
          <a:p>
            <a:pPr lvl="1"/>
            <a:r>
              <a:rPr dirty="0"/>
              <a:t>Added custom dense layers for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Metrics: Accuracy, Precision, Recall, F1-Score.</a:t>
            </a:r>
          </a:p>
          <a:p>
            <a:pPr lvl="1"/>
            <a:r>
              <a:t>Generated Confusion Matrix.</a:t>
            </a:r>
          </a:p>
          <a:p>
            <a:pPr lvl="1"/>
            <a:r>
              <a:t>Selected best model based on F1-score.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85F9E-3237-037A-150A-99BD10ACF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45" y="2111477"/>
            <a:ext cx="8046310" cy="3020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64AEFD-B15B-B53F-580B-C3E04C97E64B}"/>
              </a:ext>
            </a:extLst>
          </p:cNvPr>
          <p:cNvSpPr txBox="1"/>
          <p:nvPr/>
        </p:nvSpPr>
        <p:spPr>
          <a:xfrm>
            <a:off x="3598606" y="501445"/>
            <a:ext cx="1343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EDA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424246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F7B19-105E-79A0-8A9A-7DB8C7823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912" y="365637"/>
            <a:ext cx="4666925" cy="369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4EC78F-A9C8-1517-6311-34B65DBFD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82" y="4218038"/>
            <a:ext cx="6669392" cy="25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79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Upload waste image.</a:t>
            </a:r>
          </a:p>
          <a:p>
            <a:pPr lvl="1"/>
            <a:r>
              <a:t>Predict waste category.</a:t>
            </a:r>
          </a:p>
          <a:p>
            <a:pPr lvl="1"/>
            <a:r>
              <a:t>Display confidence score.</a:t>
            </a:r>
          </a:p>
          <a:p>
            <a:pPr lvl="1"/>
            <a:r>
              <a:t>Optional: Show Top-3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High classification accuracy achieved</a:t>
            </a:r>
            <a:r>
              <a:rPr lang="en-US" dirty="0"/>
              <a:t>- 0.86</a:t>
            </a:r>
            <a:r>
              <a:rPr dirty="0"/>
              <a:t>.</a:t>
            </a:r>
          </a:p>
          <a:p>
            <a:pPr lvl="1"/>
            <a:r>
              <a:rPr dirty="0"/>
              <a:t>Efficient waste segregation system.</a:t>
            </a:r>
          </a:p>
          <a:p>
            <a:pPr lvl="1"/>
            <a:r>
              <a:rPr dirty="0"/>
              <a:t>Supports sustainable environmental practices.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Add real-time camera detection.</a:t>
            </a:r>
          </a:p>
          <a:p>
            <a:pPr lvl="1"/>
            <a:r>
              <a:rPr dirty="0"/>
              <a:t>Expand dataset size.</a:t>
            </a:r>
          </a:p>
          <a:p>
            <a:pPr lvl="1"/>
            <a:r>
              <a:rPr dirty="0"/>
              <a:t>Implement model explainability (Grad-CAM).</a:t>
            </a:r>
          </a:p>
          <a:p>
            <a:pPr lvl="1"/>
            <a:r>
              <a:rPr dirty="0"/>
              <a:t>Deploy mobile-friendly 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</TotalTime>
  <Words>263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Corbel</vt:lpstr>
      <vt:lpstr>Basis</vt:lpstr>
      <vt:lpstr>♻️ Waste Classification using Deep Learning</vt:lpstr>
      <vt:lpstr>Problem Statement</vt:lpstr>
      <vt:lpstr>Business Use Cases</vt:lpstr>
      <vt:lpstr>Dataset Overview</vt:lpstr>
      <vt:lpstr>Data Preprocessing</vt:lpstr>
      <vt:lpstr>Exploratory Data Analysis (EDA)</vt:lpstr>
      <vt:lpstr>Model Development</vt:lpstr>
      <vt:lpstr>Model Evaluation</vt:lpstr>
      <vt:lpstr>PowerPoint Presentation</vt:lpstr>
      <vt:lpstr>PowerPoint Presentation</vt:lpstr>
      <vt:lpstr>Streamlit Application</vt:lpstr>
      <vt:lpstr>Results &amp; Impact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2026-02-22T08:23:22Z</dcterms:modified>
  <cp:category/>
</cp:coreProperties>
</file>